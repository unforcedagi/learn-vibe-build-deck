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5:05–5:06. Three simple demos: copy the lesson, context that sticks, getting online. No live connector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5:06–5:11. Open cu.learnvibe.build/lessons/week-6/, click Copy lesson as markdown, paste into a fresh chat. Ask exactly: Teach me this and quiz me. Answer one question. If it stalls, use the real rehearsal output on the demo script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5:11–5:12. Show the raw lesson. Point to # headings and - bullets; no syntax lesson beyond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5:12–5:13. These are ordinary markdown files in your project. Specific support varies by tool; Claude Code reads CLAUDE.md, and our tested installation also found AGENTS.md. No template or prescribed structure. Say what you would tell a new teammate.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5:13–5:15. Write these five lines live as CLAUDE.md. This is one example, not a template. The extra facts help the agent aim at the actual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5:15–5:23. Use Hill Plant Swap. Exact prompt: Improve the homepage. Don’t edit any files: describe the changes you’d make in 6 bullets or fewer. Compare audience, unnecessary RSVP, simplicity. Start a third fresh session: Without reading any files, what is this project, and what should you never do? If delayed, use real captured results on demo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5:23–5:24. Local files and localhost links aren’t public. Open the published link on another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5:24–5:25. Explain these as three different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5:25–5:31. Use plain-folder zip. Commit first version, publish public repo, Settings Pages main root. If waiting, show pre-deployed Hill Plant Swap. React/Vite/Next app: Vercel instead. Handout covers exact clicks.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5:31–5:33. Concept only. Don’t show a server URL or set one up. This week, copying the markdown is the step toward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5:33–5:35. Free link on account page. No history? Paste last two submissions. No due date. Then trios 5:35–6:05.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6:05–7:05. No prescribed pairs or interview exercise. Build, test, help each other as needed. 7:05–7:35 optional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Give your AI something to work with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 that sticks. A link anyone can open.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1 · copy the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Copy the lesson markdown into your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Check its explanation against the lesson.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1 · Learn with your AI     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is just a text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plain text, with headings and lists.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You can read it. Your AI can read it.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Context can live in a file instead of your memory.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 that sticks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Claude Code loads CLAUDE.md at session start.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Cursor and other coding tools can load AGENTS.md.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app: paste the file or add it to a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One small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Hill Plant Swap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A one-page website for a free monthly plant swap on the Hill, near CU.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It's for first-year students who are nervous about going.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Keep it plain HTML and CSS. No JavaScript.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Only use the facts in docs/event-facts.md. Never make up dates or places.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Plain words. Nothing fancy.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2 · ask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about the small project, cold.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Add the short context file. Ask again.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Start a fresh session: does it still know?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2 · Context that sticks     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link someone else can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file:///Users/you/Desktop/index.html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Only on your laptop.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https://you.github.io/project/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A published website.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Your laptop isn’t the internet.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Save. Send. Publish.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2377440" cy="1097280"/>
          </a:xfrm>
          <a:prstGeom prst="round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Folder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4612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1188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Commit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3504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Push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23960" y="2468880"/>
            <a:ext cx="320040" cy="365760"/>
          </a:xfrm>
          <a:prstGeom prst="rightArrow">
            <a:avLst/>
          </a:prstGeom>
          <a:solidFill>
            <a:srgbClr val="646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9720" y="2103120"/>
            <a:ext cx="2377440" cy="1097280"/>
          </a:xfrm>
          <a:prstGeom prst="roundRect">
            <a:avLst/>
          </a:prstGeom>
          <a:solidFill>
            <a:srgbClr val="272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Live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Commit: a save point on your laptop.</a:t>
            </a:r>
          </a:p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Push: send it to GitHub.</a:t>
            </a:r>
          </a:p>
          <a:p>
            <a:pPr>
              <a:spcAft>
                <a:spcPts val="1800"/>
              </a:spcAft>
            </a:pPr>
            <a:r>
              <a:rPr sz="2800" b="0">
                <a:solidFill>
                  <a:srgbClr val="272A25"/>
                </a:solidFill>
                <a:latin typeface="DM Sans"/>
              </a:rPr>
              <a:t>•  Deploy: turn it into a live website.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Demo 3 · getting online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Desktop: create, commit, publish.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→ Settings → Pages → main → Save.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the live link on a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Demo 3 · Get it online     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Next week: your AI reaches your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one program asking another for something.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Connector: your AI reaches your tools directly.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you pasting. Next week we’ll connect.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Looking ahead     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This week’s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How to Get Better at AI by Asking AI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examples of how you’ve worked.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it to teach you one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Close     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Studio: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Work on your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Optional: ask your AI what it needs to know.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that context as a markdown file.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Studio      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