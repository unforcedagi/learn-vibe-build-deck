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substantive slides first, then one open live conversation with Claude, then small-group work. No timed demo interruptions.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Grounded in actual Week 4/5 submissions: visual intent failed to translate; one build had non-clickable cards; localhost and deployment-permission confusion persisted. Public slides deliberately omit names and private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portability: the same text works across tools. A file can be edited without a platform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# and ## headings; - list; [label](URL) link; backticks for code. These are examples, not a context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Avoid claiming every app literally starts at zero: some add saved memory or project files. Ask what context the tool loaded.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useful questions, not a rigid template or pair interview. Student projects vary: portfolios, creative work, tools, simulations.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imply any file name works universally. Our tested Claude Code installation also found AGENTS.md, but teach documented primary filenames. A fresh-session question can reveal whether the tool saw the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 files are a map, not evidence that the AI read the linked files. Ask it which sources it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4/5 reflections describe trouble communicating aesthetics; a recent rebuild improved when the student described the feeling instead of only listing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Week 5 work caught non-clickable cards through use. Specific observed behavior gives the agent something testable.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blindly rewrite the whole app. Before a risky fix, save a working version. Recent students used AI for testing/debugging but still needed to notice what failed.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running build is not proof it is correct or useful. This transfers directly to the small-group learning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Week 5 submissions described switching tools and running out of credits. Persistent context is a practical continuity aid; do not imply unlimited free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GitHub repo can hold code without having a live website. A folder path cannot be submitted as an accessible build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an ordinary change as an example: fix a heading, commit “Clarify heading”, push, wait for deployment, verify the live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Repeated local-link issues in actual submissions. For a public build, check that it does not require your account to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Week 5 publishing confusion was partly Vercel needing GitHub repo access. Do not prescribe Pages for every framework app; the handout is supplemental detail, not essential to the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Example: weather service API returns a forecast; an AI connector calls it for a conversation. Conceptual only: no course server URL, setup or connector demo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Tools extend what the AI can do, not what it should be allowed to do. Responsibilities remain with the person using it. Four Ds stay implicit.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recently asked their tools to explain the tool itself while building. Model this as a learning practice, not outsourcing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Assigned reading. Shipper turned reflection on actual projects into a coaching conversation. The reading link is in students’ accounts; no new due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plans need not have long-term memory. Give a small truthful sample, not every private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essential access instruction is here, not hidden in a handout. This is how the reading’s coaching idea becomes something students can do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only live demo slot, after the teaching content. Do not prescribe a project, script or output. If delayed, discuss a question from the lesson and move to group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Open-ended invitation, no fixed template or prescribed roles. Help students choose a small first learning goal without deciding their project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Optional: ask your AI what it needs to know about your project; save the useful context in markdown. Students can find the lesson from the preceding slide. No due date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Authoritative Week 6 assignment replaces the required build. One page, not one paragraph. Existing due date remains October 11 at 11:59 PM MT. Pods share learning and support each other in class for AT LEAST the next three weeks; do not invent size, rubric, or final-project requirements. Canvas copy is a draft, not yet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6000" b="1">
                <a:solidFill>
                  <a:srgbClr val="272A25"/>
                </a:solidFill>
                <a:latin typeface="Fraunces"/>
              </a:rPr>
              <a:t>Context, building, and learning with AI</a:t>
            </a:r>
          </a:p>
          <a:p>
            <a:pPr>
              <a:spcAft>
                <a:spcPts val="1400"/>
              </a:spcAft>
            </a:pPr>
            <a:r>
              <a:rPr sz="3000" b="0">
                <a:solidFill>
                  <a:srgbClr val="64665D"/>
                </a:solidFill>
                <a:latin typeface="DM Sans"/>
              </a:rPr>
              <a:t>Context, communication, checking, and building for your learning.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A83D2B"/>
                </a:solidFill>
                <a:latin typeface="DM Sans"/>
              </a:rPr>
              <a:t>Week 6 · Learn, Vibe, Build · October 5,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Opening        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What your recent builds taught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The AI can finish a prompt and still miss the design you intended.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page can look finished while its buttons do not work.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local link or a repo alone is not a published website.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Why this matters        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Markdown: readable, portable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.md file is a plain-text file—not a special app or database.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little punctuation adds structure: headings, lists, links, code.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Read it in an editor, render it as a page, or paste it into your 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Markdown        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Markdown you can read and write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6583680" cy="4023360"/>
          </a:xfrm>
          <a:prstGeom prst="rect">
            <a:avLst/>
          </a:prstGeom>
          <a:solidFill>
            <a:srgbClr val="EE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6217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# Project notes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## What I want to learn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- Explain commits before changing files.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[Course lesson](https://cu.learnvibe.build/lessons/week-6/)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Use `git status` to see what 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10896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0">
                <a:solidFill>
                  <a:srgbClr val="64665D"/>
                </a:solidFill>
                <a:latin typeface="DM Sans"/>
              </a:rPr>
              <a:t>Headings, lists, links, and code—with plain text underneath.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Markdown        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Context: what the AI can actually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Its answer depends on the messages, files and tool results available now.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It does not automatically know your audience, preferences or project history.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“Improve my site” is weaker than a clear audience, goal and example.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Save project context instead of repeating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Write down what the project is, who it is for, and what should stay true.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Keep it short, correct and editable; update it when the project changes.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Example: “For nervous first-time visitors. Plain HTML/CSS. Do not invent event dates.”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Automatic loading is tool-specific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Codex uses AGENTS.md; Claude Code uses CLAUDE.md.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Other tools have their own rules and supported filenames—check yours.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 a chat app, paste the context or add it to a Project; it may not read local files.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An index points to deeper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small index says which files exist and what each is for.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Example: docs/facts.md → verified facts; docs/design.md → visual direction.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The AI can open the relevant document instead of receiving one giant prompt.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Describe the design, not just the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“Make it better” leaves the visual choices to the model.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Name the audience, feeling, hierarchy and interactions you want.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Example: “Calm portfolio. Work first, muted colours, clickable project cards.”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Communicate intent        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Make your feedback observable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Give a reference or screenshot; say what to keep and what to change.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Instead of “It’s broken”: “Clicking this card should open the project; nothing happens.”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one small change, then compare the result with your intention.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Communicate intent        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Debugging: find the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bug is a difference between expected and observed behavior.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Reproduce it: what exact actions cause it? Capture the error or screenshot.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the AI for a cause and a small fix; rerun the same check afterward.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Check the work        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Check the experience—not just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Open it on a phone. Click every important button and link.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Try empty input, a strange answer, or a first-time visitor’s path.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For a learning tool, check its facts and quiz answers against a trustworthy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Check the work        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When free credits run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Save files and a short note: what works, what failed, what to try next.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Use that note to continue in a fresh session or another tool.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Reduce the request: one change or one explanation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Working within limits        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Folder, repository, website: different things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Local folder: files on your own computer.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Git repository: those files plus a recorded history of versions.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Deployment: a published version that other people can open.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Commit, push, deploy: three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Commit saves a version and a message in your local Git history.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Push sends your commits to the repository on GitHub.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Deploy publishes the project through a host such as GitHub Pages or Vercel.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Your link must work on someone else’s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file:///… and localhost:8000 point to your own computer—not a public site.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GitHub repository URL shows source; it may not be the live app URL.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Use the deployed HTTPS URL; test it on another device or in a private window.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 practical path to publishing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GitHub Desktop: create a repository → commit → publish to GitHub.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Plain HTML/CSS: GitHub Settings → Pages → main branch / root → Save.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framework app may need Vercel: allow repository access, deploy, then test the URL.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API, connector, MCP: what is the difference?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API: a service’s menu of requests that another program can make.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Connector: a bridge that lets your AI reach a service or files.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MCP: a shared protocol for AI apps to use tools; an MCP server may call an 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Connections—concept only        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Access is a choice: read versus 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Read access can expose data; write access can change or delete it.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Give only the access needed; review changes before publishing or sending.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Keep keys, passwords and private data out of public files and repositories.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Connections—concept only        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Use AI to learn about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an explanation, an example, and a question to check your understanding.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Say what you already know: “I know HTML; Git is new to me.”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Compare its explanation with your source—not just how confident it sounds.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Learn with AI        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The reading: your AI as a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Arielle Shipper · “How to Get Better at AI by Asking AI” · Every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where you are on the Eight Levels of AI Adoption, with evidence from your work.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one next step, then: “Teach me that and help me practise.”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Learn with AI        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No long chat history? Bring your 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Paste your last two submissions or describe a recent project.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Ask: “What can I do already? Show examples. What should I learn next?”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Treat the AI’s assessment as a suggestion; correct its assumptions.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Learn with AI        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Bring this lesson into your own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Open cu.learnvibe.build → Everything for Week 6.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Click “Copy lesson as markdown”; paste it into Claude or another AI.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Ask: “Teach me this and quiz me”—then ask follow-ups in your own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Use the lesson        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After the slides: one conversation with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Aaron will paste the lesson and talk through it with Claude.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The conversation may lead to building a little thing.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Watch how questions, context and checking shape the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One live demo        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Optional in-class small-group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Choose a topic and your own approach; building/sharing is optional.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Make a quiz, interactive explainer, practice tool—or an idea of your own.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Use your AI; try the first version yourselves; check it and revise.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Group work        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How to start—and what to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Give your AI the lesson, your learning question, or both.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a small first version. Test whether it actually helps you learn.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Show what you made, what you learned, and one thing you checked or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Group work        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This week: ONE PAGE about your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 b="0">
                <a:solidFill>
                  <a:srgbClr val="272A25"/>
                </a:solidFill>
                <a:latin typeface="DM Sans"/>
              </a:rPr>
              <a:t>•  What you’ve learned, are learning, and want to learn.</a:t>
            </a:r>
          </a:p>
          <a:p>
            <a:pPr>
              <a:spcAft>
                <a:spcPts val="1600"/>
              </a:spcAft>
            </a:pPr>
            <a:r>
              <a:rPr sz="2600" b="0">
                <a:solidFill>
                  <a:srgbClr val="272A25"/>
                </a:solidFill>
                <a:latin typeface="DM Sans"/>
              </a:rPr>
              <a:t>•  What you want to build; emerging final-project ideas.</a:t>
            </a:r>
          </a:p>
          <a:p>
            <a:pPr>
              <a:spcAft>
                <a:spcPts val="1600"/>
              </a:spcAft>
            </a:pPr>
            <a:r>
              <a:rPr sz="2600" b="0">
                <a:solidFill>
                  <a:srgbClr val="272A25"/>
                </a:solidFill>
                <a:latin typeface="DM Sans"/>
              </a:rPr>
              <a:t>•  Building/sharing is welcome but OPTIONAL—not required.</a:t>
            </a:r>
          </a:p>
          <a:p>
            <a:pPr>
              <a:spcAft>
                <a:spcPts val="1600"/>
              </a:spcAft>
            </a:pPr>
            <a:r>
              <a:rPr sz="2600" b="0">
                <a:solidFill>
                  <a:srgbClr val="272A25"/>
                </a:solidFill>
                <a:latin typeface="DM Sans"/>
              </a:rPr>
              <a:t>•  Your reflections will shape consistent peer pods for at least three weeks.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Weekly assignment        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